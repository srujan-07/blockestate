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68" r:id="rId3"/>
    <p:sldId id="270" r:id="rId4"/>
    <p:sldId id="271" r:id="rId5"/>
    <p:sldId id="272" r:id="rId6"/>
    <p:sldId id="273" r:id="rId7"/>
    <p:sldId id="274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9FCF-87F4-E742-3A41-DCB83EFB3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60C7E-90B9-F2DA-DB3D-644AAA621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79A75-0160-A274-10A7-9176992B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20812-9802-82A9-85D8-33796199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28846-97E4-C4A6-74A9-36D2D962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182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821A-4630-A506-0E55-7128C9B2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D775A-5F7E-928C-F2AD-7E21374DB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387B7-A111-BAB2-DCA5-2AA643221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CBADC-3E9A-5E4C-7B2B-C1334FAE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21C0E-5CCE-F744-6C67-F64CA9F6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318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EDEB-7700-3039-1E45-E0A1AEA90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2CCF-6EA0-6AFB-1EAD-1940BD285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F6C87-5D8D-E25F-007A-347374CD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65D19-8C32-DF41-4542-29C5D4C5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72332-7A07-57DC-1B8A-29C8F8DD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122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0559-5287-31DE-E4FF-CDAE85A7E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E9706-C199-EB93-5D7A-695150696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CF360-ED98-341D-FCB0-BBB005901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13798-4BE5-F43F-1766-A9F00681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0CDC8-FFBF-421D-0337-594B81E4E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ED06F-D718-EEBA-89EA-F43B4598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14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E134C-E4AA-3CAB-13B1-A81E1455A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47F55-D3E1-0F98-A58C-ECCD57F1A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9DE41-748D-8099-FAC0-8BB1C9185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16BFC-0B53-0978-E40D-D5BB904D5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20AC3E-32D0-DD4E-C21F-7CA1E36BF7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4858E-E529-6A53-C6A4-077CCA9A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2B2560-3516-2F18-F279-CF3807265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E9829-025F-6F3C-6D7B-C736041A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70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8B2E6-954D-088F-FBC7-A89B92F2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76030D-3FF7-FBB8-0084-023C1AF1F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98BDCF-1558-B3E5-93A6-FCD6D807F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EB1B0-F64B-A933-B39A-FA5BEEFD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69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6AB07-5370-D406-2A0D-51054BBB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7B0B9-D77E-34DF-E15D-3E2DB995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782E8-6325-9A03-F252-02B8788DE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08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53519-3AC7-20DC-62E3-4942218F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38DA4-133B-E4F6-EB47-31399642B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41C72-4E20-128E-1C3C-EDFBC6DFC1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EEE88-EBF6-49FD-7DC4-DD61649D2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9919B-F56D-383A-C3F5-052D300AC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10E62-7A61-2D0E-E647-AF213DAF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97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2E4D-09A0-F7F0-BF3B-9AB78FB46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1BB048-2C54-58B3-F67D-1C4525B7F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2B2D4-AB0C-9369-4E3C-5EDDA6965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46F73-ECF7-0324-36F0-986133236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898CD-3AB0-0F7C-CA56-C95734001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649E5-6852-5DC3-97A1-142E01E6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36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7E8D-9A92-402A-09C7-A5483438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97965-5016-D69D-3668-459652086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1FFF5-E2FB-8EAC-27E7-100E8AE81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0201C-8201-C799-897D-1DF077BB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7300E-E43E-0A48-48F0-EBCA7DBC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55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82533-4A33-9A4E-0CF8-D04013BF0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30B8-066B-C0F1-6377-2C6D62FBD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C054D-FA0C-FD30-40B1-6416D7380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0F2B5-0CA4-6F62-E572-978B5557C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E06DA-AF94-367C-957D-C45D65BA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610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4AE62-B31F-6A65-A0EA-B146C36B2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E1558-49E6-8FF3-1F13-B03DA66FD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6B866-41CC-C6EA-2B5C-A21984006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338BE-300A-415A-AFC9-E364A3AC0695}" type="datetimeFigureOut">
              <a:rPr lang="en-IN" smtClean="0"/>
              <a:t>12-12-2025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356AC-4011-FC4C-CF33-0EDF29E9C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ACC68-3269-2F51-0940-66719EA1D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B8846-070F-48CC-9AF1-C62C964E3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5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14467" y="1101176"/>
            <a:ext cx="10596418" cy="359785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CVR COLLEGE OF ENGINEERING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CSE(Cyber Security)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B.Tech CSE(CS) IV Year II Semester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Stage-2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Weekly Review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12.12.2025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858" y="1101176"/>
            <a:ext cx="1046018" cy="103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34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66436" y="946029"/>
            <a:ext cx="11259127" cy="2198253"/>
          </a:xfrm>
        </p:spPr>
        <p:txBody>
          <a:bodyPr anchor="ctr"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Estate: A Secure Real Estate Ecosystem</a:t>
            </a:r>
            <a:b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2281381"/>
            <a:ext cx="9144000" cy="2050474"/>
          </a:xfrm>
        </p:spPr>
        <p:txBody>
          <a:bodyPr anchor="ctr">
            <a:normAutofit/>
          </a:bodyPr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Mamindla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Harshitha	22B81A6218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Konda Nihar		22B81A6231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Samala Srujan		22B81A6253</a:t>
            </a:r>
          </a:p>
        </p:txBody>
      </p:sp>
      <p:sp>
        <p:nvSpPr>
          <p:cNvPr id="5" name="Subtitle 3"/>
          <p:cNvSpPr txBox="1">
            <a:spLocks/>
          </p:cNvSpPr>
          <p:nvPr/>
        </p:nvSpPr>
        <p:spPr>
          <a:xfrm>
            <a:off x="1524000" y="4331855"/>
            <a:ext cx="9144000" cy="2101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G. Venkatesh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CSE(CS)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1B7B51-D938-5E6A-4626-948964BC6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15" y="179965"/>
            <a:ext cx="1046018" cy="10304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5964C8-54A9-9B82-9E63-9C8AFCCF3CF1}"/>
              </a:ext>
            </a:extLst>
          </p:cNvPr>
          <p:cNvSpPr txBox="1"/>
          <p:nvPr/>
        </p:nvSpPr>
        <p:spPr>
          <a:xfrm>
            <a:off x="2583543" y="348116"/>
            <a:ext cx="808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CVR COLLEGE OF ENGINEERING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00573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128E-9D94-159B-1A3B-CC7A7187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AAE15-E287-DFE0-1ED2-549489353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Ledger &amp; Database Management &amp; Privacy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module does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land records and transactions securely.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a permanent, tamper-proof history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ledger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 searching.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sensitive information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242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8654-A860-AD75-40EC-F45CF7270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E63BA-B1ED-DB14-0BE6-0E612E84F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module does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easy-to-use interface for citizens and officials.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approvals, and ownership details.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apply for registrations and transfers.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4914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91BF3-8CAB-F642-E106-6F2249AAA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&amp; Access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F4022-D2B7-CC8E-D63F-E75373037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module does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can access what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system.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each user a digital identity (certificate).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sure only the right roles can perform certain 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4025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1038-B128-A18A-17F5-55520A17B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Ownership &amp; Transfer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39BCE-580C-791A-BCEE-9C0F3F22D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module does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the entire process of buying, selling, or transferring land.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58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BA54E-2270-7993-4BE1-149AFAFA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Land Records &amp; Tokenisation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6206A-92B6-8A8D-E27C-E4B158000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module does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physical land plots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land tokens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unique ID for every land parcel.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lands are surveyed, verified, and approved before registration.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779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D0D01-8521-2754-C639-2545FCC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DC137-6441-735C-6EA4-40803D82D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module does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all the business rules of the land system.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automatically on the blockchain.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fairness and security.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81622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282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CVR COLLEGE OF ENGINEERING  Department of CSE(Cyber Security)  B.Tech CSE(CS) IV Year II Semester   Project Stage-2  Weekly Review Date: 12.12.2025</vt:lpstr>
      <vt:lpstr>Block Estate: A Secure Real Estate Ecosystem </vt:lpstr>
      <vt:lpstr>Modules</vt:lpstr>
      <vt:lpstr>Frontend</vt:lpstr>
      <vt:lpstr>Identity &amp; Access Management</vt:lpstr>
      <vt:lpstr>Ownership &amp; Transfer Module</vt:lpstr>
      <vt:lpstr>Creating Land Records &amp; Tokenisation</vt:lpstr>
      <vt:lpstr>Smart Contract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srujan samala</dc:creator>
  <cp:lastModifiedBy>srujan samala</cp:lastModifiedBy>
  <cp:revision>1</cp:revision>
  <dcterms:created xsi:type="dcterms:W3CDTF">2025-12-12T04:24:51Z</dcterms:created>
  <dcterms:modified xsi:type="dcterms:W3CDTF">2025-12-12T04:41:01Z</dcterms:modified>
</cp:coreProperties>
</file>